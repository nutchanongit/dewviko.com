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Competitor Ad Intelligence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97316"/>
                </a:solidFill>
              </a:rPr>
              <a:t>Ebook "โรงงานผลิตวิดิโอด้วย AI" — ราคา 789 บาท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by dewviko  |  March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Data Source: Meta Ad Library — ~94 active ads (Thailand, keyword: AI automation n8n)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Executive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A2E4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7316"/>
                </a:solidFill>
              </a:rPr>
              <a:t>~94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Active Ads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Found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A2E42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6DB"/>
                </a:solidFill>
              </a:rPr>
              <a:t>8+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9184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Thai Competitors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in n8n/AI Space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A2E42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</a:rPr>
              <a:t>789฿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12648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Your Price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(Lowest in Market)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0" y="1371600"/>
            <a:ext cx="2560320" cy="2194560"/>
          </a:xfrm>
          <a:prstGeom prst="roundRect">
            <a:avLst>
              <a:gd name="adj" fmla="val 4167"/>
            </a:avLst>
          </a:prstGeom>
          <a:solidFill>
            <a:srgbClr val="1A2E42"/>
          </a:solidFill>
          <a:ln/>
        </p:spPr>
      </p:sp>
      <p:sp>
        <p:nvSpPr>
          <p:cNvPr id="13" name="Text 11"/>
          <p:cNvSpPr/>
          <p:nvPr/>
        </p:nvSpPr>
        <p:spPr>
          <a:xfrm>
            <a:off x="8961120" y="15544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C2626"/>
                </a:solidFill>
              </a:rPr>
              <a:t>2,000-15K฿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961120" y="2468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Competitor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</a:rPr>
              <a:t>Price Range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114800"/>
            <a:ext cx="11247120" cy="731520"/>
          </a:xfrm>
          <a:prstGeom prst="rect">
            <a:avLst/>
          </a:prstGeom>
          <a:solidFill>
            <a:srgbClr val="1A2E4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Key Insight: ไม่มีใครขาย ebook สอนสร้าง 'สายพานผลิตวิดิโอ' ด้วย AI + n8n แบบครบวงจร — นี่คือช่องว่างของคุณ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</a:rPr>
              <a:t>คู่แข่งทั้งหมดขาย 'คอร์สวิดีโอ' ราคาสูง — ebook 789฿ เป็น impulse buy ที่ low-risk สำหรับ TikTok audience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Competitor Landscape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11430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137160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Competitor</a:t>
                      </a:r>
                      <a:endParaRPr lang="en-US" sz="10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0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0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 Strategy</a:t>
                      </a:r>
                      <a:endParaRPr lang="en-US" sz="10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Dead Simple Productivity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(Guitar)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ebook n8n's Guide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ไม่ระบุ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Pain: คนใช้ AI แค่ 10%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Hook: GenAI vs AI Automation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BoomBigNose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Workshop Onsite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AI for Work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หลักพัน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Hook: เครื่องมือ AI ที่ใช้ได้จริง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CTA: ลิงค์ใต้ Comment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FutureSkill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n8n Affiliate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Automation Course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1,990฿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(4 คอร์ส)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Hook: เสือนอนกิน ระบบทำแทน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CTA: link โปรโมชั่น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LifTech Diaries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OpenClaw AI Agent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Mastery Course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ไม่ระบุ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Hook: สร้างอาชีพ AI Agent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Target: Freelancer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Skooldio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AI Automation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4-week Workshop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หลักพัน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Hook: สร้าง Automation ครบลูป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CTA: Apply now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Indigy Academy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n8n Bootcamp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2 วัน (Onsite)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หลักพัน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Hook: เรียนจบใช้ได้เลย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Format: สัมมนาเชิงปฏิบัติ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Mew Social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AI Content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Automation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ไม่ระบุ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Hook: ผลลัพธ์ 30 วัน</a:t>
                      </a:r>
                      <a:endParaRPr lang="en-US" sz="900" dirty="0"/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</a:rPr>
                        <a:t>2.2M reach, 7.1M views</a:t>
                      </a:r>
                      <a:endParaRPr lang="en-US" sz="900" dirty="0"/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Ad Messaging: What Competitors Are Saying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88720"/>
            <a:ext cx="356616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"คนใช้ AI แค่ 10%"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5 ads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Pain: คนส่วนใหญ่ใช้แค่ GenAI (ถาม-ตอบ)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ยังไม่รู้จัก AI Automation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Why it works: สร้าง knowledge gap → FOMO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206240" y="118872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/>
        </p:spPr>
      </p:sp>
      <p:sp>
        <p:nvSpPr>
          <p:cNvPr id="9" name="Shape 7"/>
          <p:cNvSpPr/>
          <p:nvPr/>
        </p:nvSpPr>
        <p:spPr>
          <a:xfrm>
            <a:off x="4206240" y="1188720"/>
            <a:ext cx="356616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"ระบบทำแทนคุณ 24/7"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1645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6DB"/>
                </a:solidFill>
              </a:rPr>
              <a:t>4 ads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43400" y="19202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Pain: งานซ้ำๆ กินเวลา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Why it works: สัญญาเรื่อง passive income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+ เสือนอนกิน messaging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6720" y="118872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1188720"/>
            <a:ext cx="356616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8183880" y="1325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"สร้างอาชีพ AI Agent"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83880" y="1645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</a:rPr>
              <a:t>3 ads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83880" y="19202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Pain: อยากมีรายได้จาก AI skill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Why it works: ขายฝัน + ชี้ช่องว่างตลาด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(ธุรกิจต้องการแต่ไม่มีคนทำเป็น)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840480"/>
            <a:ext cx="356616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977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"Setup เสร็จใน 1 วัน"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297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3 ads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5720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Pain: กลัวใช้เวลานาน/ยาก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Why it works: ลด perceived effort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Step-by-step จับมือทำ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06240" y="38404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/>
        </p:spPr>
      </p:sp>
      <p:sp>
        <p:nvSpPr>
          <p:cNvPr id="24" name="Shape 22"/>
          <p:cNvSpPr/>
          <p:nvPr/>
        </p:nvSpPr>
        <p:spPr>
          <a:xfrm>
            <a:off x="4206240" y="3840480"/>
            <a:ext cx="356616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3"/>
          <p:cNvSpPr/>
          <p:nvPr/>
        </p:nvSpPr>
        <p:spPr>
          <a:xfrm>
            <a:off x="4343400" y="3977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"ผลลัพธ์ตัวเลขจริง"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43400" y="4297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</a:rPr>
              <a:t>2 ads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43400" y="45720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Pain: ไม่แน่ใจว่า AI ใช้ได้จริงไหม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Why it works: Social proof ด้วย metrics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(2.2M reach, 140 คลิปใน 1 คืน)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46720" y="38404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F3F4F6"/>
          </a:solidFill>
          <a:ln/>
        </p:spPr>
      </p:sp>
      <p:sp>
        <p:nvSpPr>
          <p:cNvPr id="29" name="Shape 27"/>
          <p:cNvSpPr/>
          <p:nvPr/>
        </p:nvSpPr>
        <p:spPr>
          <a:xfrm>
            <a:off x="8046720" y="3840480"/>
            <a:ext cx="35661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8183880" y="3977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"ไม่ต้องเขียนโค้ด"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83880" y="4297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6 ads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183880" y="457200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Pain: กลัว technical barrier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Why it works: ลดกำแพงเข้า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No-code / Low-code messaging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Your Competitive Advantage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20040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คู่แข่ง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Ebook ของคุณ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Insight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ราคา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2,000 - 15,000฿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789฿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</a:rPr>
                        <a:t>Impulse buy บน TikTok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Format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คอร์สวิดีโอ (ต้องนั่งดู)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Ebook + Workflow templates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</a:rPr>
                        <a:t>ทำตามได้ทันที copy-paste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เนื้อหา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สอน n8n/AI ทั่วไป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เฉพาะทาง: สายพานผลิตวิดิโอ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</a:rPr>
                        <a:t>Niche = ชัดเจนกว่า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Workshop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1-3 โปรเจกต์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7 Workshop ครบ use case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</a:rPr>
                        <a:t>คุ้มค่ากว่าทุกราย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ความรู้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ระบบ auto ที่ทำงานได้จริง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</a:rPr>
                        <a:t>Tangible result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Recommended TikTok Ad Scripts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3657600" cy="3657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070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Script 1: "Shocking Number"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HOOK: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ผมผลิตคลิปรีวิวสินค้า 30 ชิ้นใน 1 วัน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โดยไม่ต้องเปิดกล้องเลย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743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Talking head + Screen recording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30-45 วินาที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06240" y="109728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/>
        </p:spPr>
      </p:sp>
      <p:sp>
        <p:nvSpPr>
          <p:cNvPr id="10" name="Shape 8"/>
          <p:cNvSpPr/>
          <p:nvPr/>
        </p:nvSpPr>
        <p:spPr>
          <a:xfrm>
            <a:off x="4206240" y="1097280"/>
            <a:ext cx="3657600" cy="3657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2070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Script 2: "Before/After"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43400" y="16002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HOOK: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43400" y="1783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เมื่อก่อนผมใช้เวลา 3 ชม. ตัดต่อคลิป 1 ชิ้น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ตอนนี้ AI ทำให้หมดใน 10 นาที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43400" y="2743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Split screen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20-30 วินาที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09728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/>
        </p:spPr>
      </p:sp>
      <p:sp>
        <p:nvSpPr>
          <p:cNvPr id="16" name="Shape 14"/>
          <p:cNvSpPr/>
          <p:nvPr/>
        </p:nvSpPr>
        <p:spPr>
          <a:xfrm>
            <a:off x="8138160" y="1097280"/>
            <a:ext cx="365760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12070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</a:rPr>
              <a:t>Script 3: "Cost Compare"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75320" y="16002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HOOK: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75320" y="17830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ยังจ้างคนตัดต่อวิดีโออยู่เหรอ?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ลองคิดดูว่าจ่ายเท่าไหร่ต่อเดือน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75320" y="2743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Talking head casual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30-40 วินาที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840480"/>
            <a:ext cx="3657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9502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Script 4: "Live Demo"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3434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HOOK: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45262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ดูนี่ — ผมกดปุ่มเดียว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ระบบจะสร้างคลิปรีวิวสินค้าให้ทั้งชิ้น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5486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Screen recording + voiceover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40-60 วินาที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06240" y="3840480"/>
            <a:ext cx="3657600" cy="2468880"/>
          </a:xfrm>
          <a:prstGeom prst="roundRect">
            <a:avLst>
              <a:gd name="adj" fmla="val 2963"/>
            </a:avLst>
          </a:prstGeom>
          <a:solidFill>
            <a:srgbClr val="F3F4F6"/>
          </a:solidFill>
          <a:ln/>
        </p:spPr>
      </p:sp>
      <p:sp>
        <p:nvSpPr>
          <p:cNvPr id="28" name="Shape 26"/>
          <p:cNvSpPr/>
          <p:nvPr/>
        </p:nvSpPr>
        <p:spPr>
          <a:xfrm>
            <a:off x="4206240" y="3840480"/>
            <a:ext cx="365760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4343400" y="395020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Script 5: "AI Clone Reveal"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43400" y="434340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</a:rPr>
              <a:t>HOOK: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43400" y="452628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คนที่พูดอยู่ตอนนี้...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F2937"/>
                </a:solidFill>
              </a:rPr>
              <a:t>ไม่ใช่ผมจริงๆ นะ (AI Clone)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343400" y="54864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Talking head → reveal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20-30 วินาที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TikTok Ad Budget &amp; Key Metrics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รายการ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7316"/>
                          </a:solidFill>
                        </a:rPr>
                        <a:t>แนะนำ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งบต่อวัน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300-500 บาท/วัน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ระยะเวลาทดสอบ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7-14 วัน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Bidding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Lowest Cost (auto optimize)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จำนวน Creative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9CA3AF"/>
                          </a:solidFill>
                        </a:rPr>
                        <a:t>3-5 ตัว ทดสอบพร้อมกัน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งบรวมรอบทดสอบ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</a:rPr>
                        <a:t>~3,000-7,000 บาท (14 วัน)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18872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Target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CTR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&gt; 1%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CPC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&lt; 5 บาท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CVR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&gt; 2%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CPA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&lt; 200 บาท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ROAS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</a:rPr>
                        <a:t>&gt; 3x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457200" y="5029200"/>
            <a:ext cx="11247120" cy="548640"/>
          </a:xfrm>
          <a:prstGeom prst="rect">
            <a:avLst/>
          </a:prstGeom>
          <a:solidFill>
            <a:srgbClr val="1A2E4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Profit Model: ขาย 1 เล่ม = 789฿  |  ถ้า CPA &lt; 200฿ = กำไร 589฿ ต่อเล่ม  |  ROAS 3x+ = ยั่งยืน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Action Plan: 7 Steps to Launch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14300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8872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สร้าง TikTok Ads account + ติดตั้ง Pixel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0" y="1097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Day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11430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93852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938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84708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ถ่าย ad creative 3-5 ตัว (เน้น Script 1 + 4)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0" y="184708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Day 2-3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114300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88336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88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2596896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ตั้ง campaign: Broad target 22-45, AI/E-com interest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0" y="2596896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Day 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346704"/>
            <a:ext cx="11430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43814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3346704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รัน 7 วัน → ดู CTR/CPC → Kill creative ที่ CTR &lt; 1%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0" y="3346704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Day 4-10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114300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4187952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409651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เพิ่มงบให้ creative ที่ CTR สูง + สร้าง Lookalike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0" y="4096512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Day 11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846320"/>
            <a:ext cx="11430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493776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4846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สร้าง Retarget campaign: คนดูวิดีโอ 75%+ แต่ยังไม่ซื้อ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144000" y="48463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Day 11-14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5596128"/>
            <a:ext cx="11430000" cy="640080"/>
          </a:xfrm>
          <a:prstGeom prst="roundRect">
            <a:avLst>
              <a:gd name="adj" fmla="val 8571"/>
            </a:avLst>
          </a:prstGeom>
          <a:solidFill>
            <a:srgbClr val="F3F4F6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" y="5687568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687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88720" y="5596128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วัด ROAS → ถ้า &gt; 3x = scale งบขึ้น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144000" y="559612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A56DB"/>
                </a:solidFill>
              </a:rPr>
              <a:t>Day 14+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2026-03-14T17:55:36Z</dcterms:created>
  <dcterms:modified xsi:type="dcterms:W3CDTF">2026-03-14T17:55:36Z</dcterms:modified>
</cp:coreProperties>
</file>